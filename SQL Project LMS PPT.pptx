
<file path=[Content_Types].xml><?xml version="1.0" encoding="utf-8"?>
<Types xmlns="http://schemas.openxmlformats.org/package/2006/content-types">
  <Default Extension="png" ContentType="image/png"/>
  <Default Extension="tmp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60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1" r:id="rId11"/>
    <p:sldId id="269" r:id="rId12"/>
    <p:sldId id="270" r:id="rId13"/>
    <p:sldId id="271" r:id="rId14"/>
    <p:sldId id="279" r:id="rId15"/>
    <p:sldId id="272" r:id="rId16"/>
    <p:sldId id="273" r:id="rId17"/>
    <p:sldId id="274" r:id="rId18"/>
    <p:sldId id="276" r:id="rId19"/>
    <p:sldId id="275" r:id="rId20"/>
    <p:sldId id="277" r:id="rId21"/>
    <p:sldId id="278" r:id="rId22"/>
    <p:sldId id="259" r:id="rId23"/>
  </p:sldIdLst>
  <p:sldSz cx="12192000" cy="6858000"/>
  <p:notesSz cx="6858000" cy="9144000"/>
  <p:embeddedFontLs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Libre Baskerville" panose="020B0604020202020204" charset="0"/>
      <p:regular r:id="rId29"/>
      <p:bold r:id="rId30"/>
      <p: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5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customschemas.google.com/relationships/presentationmetadata" Target="meta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325999293e6b7023" providerId="LiveId" clId="{E88020ED-4F8D-4976-ACA6-C9092BCD79D6}"/>
    <pc:docChg chg="undo redo custSel addSld delSld modSld sldOrd">
      <pc:chgData name="" userId="325999293e6b7023" providerId="LiveId" clId="{E88020ED-4F8D-4976-ACA6-C9092BCD79D6}" dt="2025-10-15T07:38:02.831" v="1924" actId="207"/>
      <pc:docMkLst>
        <pc:docMk/>
      </pc:docMkLst>
      <pc:sldChg chg="modSp">
        <pc:chgData name="" userId="325999293e6b7023" providerId="LiveId" clId="{E88020ED-4F8D-4976-ACA6-C9092BCD79D6}" dt="2025-10-15T07:37:12.350" v="1922" actId="1076"/>
        <pc:sldMkLst>
          <pc:docMk/>
          <pc:sldMk cId="0" sldId="256"/>
        </pc:sldMkLst>
        <pc:spChg chg="mod">
          <ac:chgData name="" userId="325999293e6b7023" providerId="LiveId" clId="{E88020ED-4F8D-4976-ACA6-C9092BCD79D6}" dt="2025-10-15T07:37:00.082" v="1921" actId="1076"/>
          <ac:spMkLst>
            <pc:docMk/>
            <pc:sldMk cId="0" sldId="256"/>
            <ac:spMk id="99" creationId="{00000000-0000-0000-0000-000000000000}"/>
          </ac:spMkLst>
        </pc:spChg>
        <pc:picChg chg="mod">
          <ac:chgData name="" userId="325999293e6b7023" providerId="LiveId" clId="{E88020ED-4F8D-4976-ACA6-C9092BCD79D6}" dt="2025-10-15T07:37:12.350" v="1922" actId="1076"/>
          <ac:picMkLst>
            <pc:docMk/>
            <pc:sldMk cId="0" sldId="256"/>
            <ac:picMk id="98" creationId="{00000000-0000-0000-0000-000000000000}"/>
          </ac:picMkLst>
        </pc:picChg>
      </pc:sldChg>
      <pc:sldChg chg="addSp delSp modSp add">
        <pc:chgData name="" userId="325999293e6b7023" providerId="LiveId" clId="{E88020ED-4F8D-4976-ACA6-C9092BCD79D6}" dt="2025-10-15T07:38:02.831" v="1924" actId="207"/>
        <pc:sldMkLst>
          <pc:docMk/>
          <pc:sldMk cId="3436912652" sldId="260"/>
        </pc:sldMkLst>
        <pc:spChg chg="add del mod">
          <ac:chgData name="" userId="325999293e6b7023" providerId="LiveId" clId="{E88020ED-4F8D-4976-ACA6-C9092BCD79D6}" dt="2025-10-03T08:24:57.735" v="3"/>
          <ac:spMkLst>
            <pc:docMk/>
            <pc:sldMk cId="3436912652" sldId="260"/>
            <ac:spMk id="2" creationId="{3F97858D-85EC-4B11-8E80-09B0B6B8B10E}"/>
          </ac:spMkLst>
        </pc:spChg>
        <pc:spChg chg="add del mod">
          <ac:chgData name="" userId="325999293e6b7023" providerId="LiveId" clId="{E88020ED-4F8D-4976-ACA6-C9092BCD79D6}" dt="2025-10-03T19:19:34.394" v="783" actId="1076"/>
          <ac:spMkLst>
            <pc:docMk/>
            <pc:sldMk cId="3436912652" sldId="260"/>
            <ac:spMk id="3" creationId="{8F23AB61-1381-4F7F-B4DB-0E8B5EFAFD4B}"/>
          </ac:spMkLst>
        </pc:spChg>
        <pc:spChg chg="add del">
          <ac:chgData name="" userId="325999293e6b7023" providerId="LiveId" clId="{E88020ED-4F8D-4976-ACA6-C9092BCD79D6}" dt="2025-10-03T08:33:58.198" v="7"/>
          <ac:spMkLst>
            <pc:docMk/>
            <pc:sldMk cId="3436912652" sldId="260"/>
            <ac:spMk id="4" creationId="{E0030B4F-9487-4A0F-8060-962E2B34D555}"/>
          </ac:spMkLst>
        </pc:spChg>
        <pc:spChg chg="add mod">
          <ac:chgData name="" userId="325999293e6b7023" providerId="LiveId" clId="{E88020ED-4F8D-4976-ACA6-C9092BCD79D6}" dt="2025-10-15T07:38:02.831" v="1924" actId="207"/>
          <ac:spMkLst>
            <pc:docMk/>
            <pc:sldMk cId="3436912652" sldId="260"/>
            <ac:spMk id="5" creationId="{BC1686A8-CE11-4628-A529-B0C172DDE140}"/>
          </ac:spMkLst>
        </pc:spChg>
      </pc:sldChg>
      <pc:sldChg chg="addSp delSp modSp add ord">
        <pc:chgData name="" userId="325999293e6b7023" providerId="LiveId" clId="{E88020ED-4F8D-4976-ACA6-C9092BCD79D6}" dt="2025-10-03T18:41:11.549" v="683"/>
        <pc:sldMkLst>
          <pc:docMk/>
          <pc:sldMk cId="3722647263" sldId="261"/>
        </pc:sldMkLst>
        <pc:spChg chg="mod">
          <ac:chgData name="" userId="325999293e6b7023" providerId="LiveId" clId="{E88020ED-4F8D-4976-ACA6-C9092BCD79D6}" dt="2025-10-03T09:07:19.756" v="27" actId="207"/>
          <ac:spMkLst>
            <pc:docMk/>
            <pc:sldMk cId="3722647263" sldId="261"/>
            <ac:spMk id="3" creationId="{8F23AB61-1381-4F7F-B4DB-0E8B5EFAFD4B}"/>
          </ac:spMkLst>
        </pc:spChg>
        <pc:spChg chg="del mod">
          <ac:chgData name="" userId="325999293e6b7023" providerId="LiveId" clId="{E88020ED-4F8D-4976-ACA6-C9092BCD79D6}" dt="2025-10-03T09:01:01.003" v="24"/>
          <ac:spMkLst>
            <pc:docMk/>
            <pc:sldMk cId="3722647263" sldId="261"/>
            <ac:spMk id="5" creationId="{BC1686A8-CE11-4628-A529-B0C172DDE140}"/>
          </ac:spMkLst>
        </pc:spChg>
        <pc:picChg chg="add mod">
          <ac:chgData name="" userId="325999293e6b7023" providerId="LiveId" clId="{E88020ED-4F8D-4976-ACA6-C9092BCD79D6}" dt="2025-10-03T09:00:11.604" v="22" actId="931"/>
          <ac:picMkLst>
            <pc:docMk/>
            <pc:sldMk cId="3722647263" sldId="261"/>
            <ac:picMk id="4" creationId="{FD090E02-2FF6-4D5A-B2D7-F930A222EE3A}"/>
          </ac:picMkLst>
        </pc:picChg>
      </pc:sldChg>
      <pc:sldChg chg="addSp delSp modSp add">
        <pc:chgData name="" userId="325999293e6b7023" providerId="LiveId" clId="{E88020ED-4F8D-4976-ACA6-C9092BCD79D6}" dt="2025-10-03T18:17:46.506" v="414" actId="1076"/>
        <pc:sldMkLst>
          <pc:docMk/>
          <pc:sldMk cId="3897273088" sldId="262"/>
        </pc:sldMkLst>
        <pc:spChg chg="add mod">
          <ac:chgData name="" userId="325999293e6b7023" providerId="LiveId" clId="{E88020ED-4F8D-4976-ACA6-C9092BCD79D6}" dt="2025-10-03T15:57:50.660" v="409" actId="1076"/>
          <ac:spMkLst>
            <pc:docMk/>
            <pc:sldMk cId="3897273088" sldId="262"/>
            <ac:spMk id="2" creationId="{38EC1FDA-459F-48E5-AA68-AC37BF1C2EE4}"/>
          </ac:spMkLst>
        </pc:spChg>
        <pc:spChg chg="add mod">
          <ac:chgData name="" userId="325999293e6b7023" providerId="LiveId" clId="{E88020ED-4F8D-4976-ACA6-C9092BCD79D6}" dt="2025-10-03T18:17:46.506" v="414" actId="1076"/>
          <ac:spMkLst>
            <pc:docMk/>
            <pc:sldMk cId="3897273088" sldId="262"/>
            <ac:spMk id="5" creationId="{707C8B03-E120-4875-A233-B66C84F86518}"/>
          </ac:spMkLst>
        </pc:spChg>
        <pc:spChg chg="add del mod">
          <ac:chgData name="" userId="325999293e6b7023" providerId="LiveId" clId="{E88020ED-4F8D-4976-ACA6-C9092BCD79D6}" dt="2025-10-03T15:29:06.733" v="103"/>
          <ac:spMkLst>
            <pc:docMk/>
            <pc:sldMk cId="3897273088" sldId="262"/>
            <ac:spMk id="6" creationId="{5B072767-C428-4B76-ABBF-FB5E19E90EA6}"/>
          </ac:spMkLst>
        </pc:spChg>
        <pc:spChg chg="add mod">
          <ac:chgData name="" userId="325999293e6b7023" providerId="LiveId" clId="{E88020ED-4F8D-4976-ACA6-C9092BCD79D6}" dt="2025-10-03T12:08:40.665" v="38" actId="14100"/>
          <ac:spMkLst>
            <pc:docMk/>
            <pc:sldMk cId="3897273088" sldId="262"/>
            <ac:spMk id="7" creationId="{611B77E0-091F-4C9E-931C-019E6400BD8E}"/>
          </ac:spMkLst>
        </pc:spChg>
        <pc:spChg chg="add del mod">
          <ac:chgData name="" userId="325999293e6b7023" providerId="LiveId" clId="{E88020ED-4F8D-4976-ACA6-C9092BCD79D6}" dt="2025-10-03T15:29:06.432" v="93"/>
          <ac:spMkLst>
            <pc:docMk/>
            <pc:sldMk cId="3897273088" sldId="262"/>
            <ac:spMk id="9" creationId="{EFC15E0D-E662-4D4D-858B-1C3A16EC82D5}"/>
          </ac:spMkLst>
        </pc:spChg>
        <pc:spChg chg="add del mod">
          <ac:chgData name="" userId="325999293e6b7023" providerId="LiveId" clId="{E88020ED-4F8D-4976-ACA6-C9092BCD79D6}" dt="2025-10-03T15:29:00.814" v="86"/>
          <ac:spMkLst>
            <pc:docMk/>
            <pc:sldMk cId="3897273088" sldId="262"/>
            <ac:spMk id="10" creationId="{F4520BB7-A273-4012-8876-518CABD8A01A}"/>
          </ac:spMkLst>
        </pc:spChg>
        <pc:picChg chg="add mod">
          <ac:chgData name="" userId="325999293e6b7023" providerId="LiveId" clId="{E88020ED-4F8D-4976-ACA6-C9092BCD79D6}" dt="2025-10-03T15:34:33.240" v="151" actId="1076"/>
          <ac:picMkLst>
            <pc:docMk/>
            <pc:sldMk cId="3897273088" sldId="262"/>
            <ac:picMk id="4" creationId="{8DEB891E-0445-469D-ABA7-FEAA86A5CA54}"/>
          </ac:picMkLst>
        </pc:picChg>
        <pc:picChg chg="add del">
          <ac:chgData name="" userId="325999293e6b7023" providerId="LiveId" clId="{E88020ED-4F8D-4976-ACA6-C9092BCD79D6}" dt="2025-10-03T09:55:14.808" v="36"/>
          <ac:picMkLst>
            <pc:docMk/>
            <pc:sldMk cId="3897273088" sldId="262"/>
            <ac:picMk id="6" creationId="{1FD0CFEF-0164-4E5E-B57F-E32416AA1509}"/>
          </ac:picMkLst>
        </pc:picChg>
        <pc:picChg chg="add del mod">
          <ac:chgData name="" userId="325999293e6b7023" providerId="LiveId" clId="{E88020ED-4F8D-4976-ACA6-C9092BCD79D6}" dt="2025-10-03T15:29:06.647" v="100" actId="931"/>
          <ac:picMkLst>
            <pc:docMk/>
            <pc:sldMk cId="3897273088" sldId="262"/>
            <ac:picMk id="8" creationId="{446E192C-CFA3-42FA-8CF6-6627317D767B}"/>
          </ac:picMkLst>
        </pc:picChg>
      </pc:sldChg>
      <pc:sldChg chg="addSp delSp modSp add">
        <pc:chgData name="" userId="325999293e6b7023" providerId="LiveId" clId="{E88020ED-4F8D-4976-ACA6-C9092BCD79D6}" dt="2025-10-03T18:39:54.850" v="682" actId="20577"/>
        <pc:sldMkLst>
          <pc:docMk/>
          <pc:sldMk cId="1588056969" sldId="263"/>
        </pc:sldMkLst>
        <pc:spChg chg="del">
          <ac:chgData name="" userId="325999293e6b7023" providerId="LiveId" clId="{E88020ED-4F8D-4976-ACA6-C9092BCD79D6}" dt="2025-10-03T15:32:00.130" v="114"/>
          <ac:spMkLst>
            <pc:docMk/>
            <pc:sldMk cId="1588056969" sldId="263"/>
            <ac:spMk id="2" creationId="{38EC1FDA-459F-48E5-AA68-AC37BF1C2EE4}"/>
          </ac:spMkLst>
        </pc:spChg>
        <pc:spChg chg="del mod">
          <ac:chgData name="" userId="325999293e6b7023" providerId="LiveId" clId="{E88020ED-4F8D-4976-ACA6-C9092BCD79D6}" dt="2025-10-03T18:21:48.526" v="467"/>
          <ac:spMkLst>
            <pc:docMk/>
            <pc:sldMk cId="1588056969" sldId="263"/>
            <ac:spMk id="5" creationId="{707C8B03-E120-4875-A233-B66C84F86518}"/>
          </ac:spMkLst>
        </pc:spChg>
        <pc:spChg chg="mod">
          <ac:chgData name="" userId="325999293e6b7023" providerId="LiveId" clId="{E88020ED-4F8D-4976-ACA6-C9092BCD79D6}" dt="2025-10-03T15:32:34.628" v="131" actId="20577"/>
          <ac:spMkLst>
            <pc:docMk/>
            <pc:sldMk cId="1588056969" sldId="263"/>
            <ac:spMk id="7" creationId="{611B77E0-091F-4C9E-931C-019E6400BD8E}"/>
          </ac:spMkLst>
        </pc:spChg>
        <pc:spChg chg="add del mod">
          <ac:chgData name="" userId="325999293e6b7023" providerId="LiveId" clId="{E88020ED-4F8D-4976-ACA6-C9092BCD79D6}" dt="2025-10-03T18:20:30.863" v="419"/>
          <ac:spMkLst>
            <pc:docMk/>
            <pc:sldMk cId="1588056969" sldId="263"/>
            <ac:spMk id="8" creationId="{CA2051BE-C11A-4708-8A4E-EE8974639A1B}"/>
          </ac:spMkLst>
        </pc:spChg>
        <pc:spChg chg="add del">
          <ac:chgData name="" userId="325999293e6b7023" providerId="LiveId" clId="{E88020ED-4F8D-4976-ACA6-C9092BCD79D6}" dt="2025-10-03T18:20:46.841" v="421"/>
          <ac:spMkLst>
            <pc:docMk/>
            <pc:sldMk cId="1588056969" sldId="263"/>
            <ac:spMk id="9" creationId="{3359C04B-3727-43B6-9C48-9C924D15BA83}"/>
          </ac:spMkLst>
        </pc:spChg>
        <pc:spChg chg="add del">
          <ac:chgData name="" userId="325999293e6b7023" providerId="LiveId" clId="{E88020ED-4F8D-4976-ACA6-C9092BCD79D6}" dt="2025-10-03T18:21:17.851" v="464"/>
          <ac:spMkLst>
            <pc:docMk/>
            <pc:sldMk cId="1588056969" sldId="263"/>
            <ac:spMk id="10" creationId="{98076504-AAA9-450D-B13F-DA76803C9170}"/>
          </ac:spMkLst>
        </pc:spChg>
        <pc:spChg chg="add del mod">
          <ac:chgData name="" userId="325999293e6b7023" providerId="LiveId" clId="{E88020ED-4F8D-4976-ACA6-C9092BCD79D6}" dt="2025-10-03T18:22:55.478" v="479"/>
          <ac:spMkLst>
            <pc:docMk/>
            <pc:sldMk cId="1588056969" sldId="263"/>
            <ac:spMk id="11" creationId="{E89F3C35-9F37-4E60-977F-B35A8F12F3DE}"/>
          </ac:spMkLst>
        </pc:spChg>
        <pc:spChg chg="add del mod">
          <ac:chgData name="" userId="325999293e6b7023" providerId="LiveId" clId="{E88020ED-4F8D-4976-ACA6-C9092BCD79D6}" dt="2025-10-03T18:22:55.466" v="477"/>
          <ac:spMkLst>
            <pc:docMk/>
            <pc:sldMk cId="1588056969" sldId="263"/>
            <ac:spMk id="12" creationId="{AC6C19FB-19FB-44A4-8BDE-35E15FF07838}"/>
          </ac:spMkLst>
        </pc:spChg>
        <pc:spChg chg="add del mod">
          <ac:chgData name="" userId="325999293e6b7023" providerId="LiveId" clId="{E88020ED-4F8D-4976-ACA6-C9092BCD79D6}" dt="2025-10-03T18:22:55.466" v="477"/>
          <ac:spMkLst>
            <pc:docMk/>
            <pc:sldMk cId="1588056969" sldId="263"/>
            <ac:spMk id="13" creationId="{353B5FA7-2562-4B73-ACA2-CB8FA314CC23}"/>
          </ac:spMkLst>
        </pc:spChg>
        <pc:spChg chg="add del mod">
          <ac:chgData name="" userId="325999293e6b7023" providerId="LiveId" clId="{E88020ED-4F8D-4976-ACA6-C9092BCD79D6}" dt="2025-10-03T18:37:19.054" v="670"/>
          <ac:spMkLst>
            <pc:docMk/>
            <pc:sldMk cId="1588056969" sldId="263"/>
            <ac:spMk id="14" creationId="{76FB11E8-F92C-432B-96BE-9977FA0E10CB}"/>
          </ac:spMkLst>
        </pc:spChg>
        <pc:spChg chg="add mod">
          <ac:chgData name="" userId="325999293e6b7023" providerId="LiveId" clId="{E88020ED-4F8D-4976-ACA6-C9092BCD79D6}" dt="2025-10-03T18:39:54.850" v="682" actId="20577"/>
          <ac:spMkLst>
            <pc:docMk/>
            <pc:sldMk cId="1588056969" sldId="263"/>
            <ac:spMk id="15" creationId="{9B098D2C-21B1-407C-9ACD-A9AAB3103008}"/>
          </ac:spMkLst>
        </pc:spChg>
        <pc:picChg chg="del">
          <ac:chgData name="" userId="325999293e6b7023" providerId="LiveId" clId="{E88020ED-4F8D-4976-ACA6-C9092BCD79D6}" dt="2025-10-03T15:32:51.239" v="145"/>
          <ac:picMkLst>
            <pc:docMk/>
            <pc:sldMk cId="1588056969" sldId="263"/>
            <ac:picMk id="4" creationId="{8DEB891E-0445-469D-ABA7-FEAA86A5CA54}"/>
          </ac:picMkLst>
        </pc:picChg>
        <pc:picChg chg="add del mod">
          <ac:chgData name="" userId="325999293e6b7023" providerId="LiveId" clId="{E88020ED-4F8D-4976-ACA6-C9092BCD79D6}" dt="2025-10-03T18:21:09.037" v="463"/>
          <ac:picMkLst>
            <pc:docMk/>
            <pc:sldMk cId="1588056969" sldId="263"/>
            <ac:picMk id="6" creationId="{1A47F316-4972-4D71-BE6F-BDCC2447A56A}"/>
          </ac:picMkLst>
        </pc:picChg>
      </pc:sldChg>
      <pc:sldChg chg="addSp delSp modSp add">
        <pc:chgData name="" userId="325999293e6b7023" providerId="LiveId" clId="{E88020ED-4F8D-4976-ACA6-C9092BCD79D6}" dt="2025-10-03T19:05:14.418" v="705" actId="20577"/>
        <pc:sldMkLst>
          <pc:docMk/>
          <pc:sldMk cId="3099444636" sldId="264"/>
        </pc:sldMkLst>
        <pc:spChg chg="add mod">
          <ac:chgData name="" userId="325999293e6b7023" providerId="LiveId" clId="{E88020ED-4F8D-4976-ACA6-C9092BCD79D6}" dt="2025-10-03T19:05:14.418" v="705" actId="20577"/>
          <ac:spMkLst>
            <pc:docMk/>
            <pc:sldMk cId="3099444636" sldId="264"/>
            <ac:spMk id="4" creationId="{3617AAAB-DD1E-49F9-9A05-3AC14C825CF1}"/>
          </ac:spMkLst>
        </pc:spChg>
        <pc:spChg chg="del mod">
          <ac:chgData name="" userId="325999293e6b7023" providerId="LiveId" clId="{E88020ED-4F8D-4976-ACA6-C9092BCD79D6}" dt="2025-10-03T18:33:40.797" v="635"/>
          <ac:spMkLst>
            <pc:docMk/>
            <pc:sldMk cId="3099444636" sldId="264"/>
            <ac:spMk id="5" creationId="{707C8B03-E120-4875-A233-B66C84F86518}"/>
          </ac:spMkLst>
        </pc:spChg>
        <pc:spChg chg="mod">
          <ac:chgData name="" userId="325999293e6b7023" providerId="LiveId" clId="{E88020ED-4F8D-4976-ACA6-C9092BCD79D6}" dt="2025-10-03T15:35:48.774" v="166" actId="11"/>
          <ac:spMkLst>
            <pc:docMk/>
            <pc:sldMk cId="3099444636" sldId="264"/>
            <ac:spMk id="7" creationId="{611B77E0-091F-4C9E-931C-019E6400BD8E}"/>
          </ac:spMkLst>
        </pc:spChg>
        <pc:picChg chg="add mod">
          <ac:chgData name="" userId="325999293e6b7023" providerId="LiveId" clId="{E88020ED-4F8D-4976-ACA6-C9092BCD79D6}" dt="2025-10-03T15:37:01.982" v="182" actId="1076"/>
          <ac:picMkLst>
            <pc:docMk/>
            <pc:sldMk cId="3099444636" sldId="264"/>
            <ac:picMk id="3" creationId="{6F9EAC56-EF41-40EC-95A0-DE2388DA6920}"/>
          </ac:picMkLst>
        </pc:picChg>
        <pc:picChg chg="del">
          <ac:chgData name="" userId="325999293e6b7023" providerId="LiveId" clId="{E88020ED-4F8D-4976-ACA6-C9092BCD79D6}" dt="2025-10-03T15:36:01.814" v="177"/>
          <ac:picMkLst>
            <pc:docMk/>
            <pc:sldMk cId="3099444636" sldId="264"/>
            <ac:picMk id="6" creationId="{1A47F316-4972-4D71-BE6F-BDCC2447A56A}"/>
          </ac:picMkLst>
        </pc:picChg>
      </pc:sldChg>
      <pc:sldChg chg="addSp delSp modSp add">
        <pc:chgData name="" userId="325999293e6b7023" providerId="LiveId" clId="{E88020ED-4F8D-4976-ACA6-C9092BCD79D6}" dt="2025-10-03T18:32:32.280" v="607" actId="14100"/>
        <pc:sldMkLst>
          <pc:docMk/>
          <pc:sldMk cId="3356772638" sldId="265"/>
        </pc:sldMkLst>
        <pc:spChg chg="mod">
          <ac:chgData name="" userId="325999293e6b7023" providerId="LiveId" clId="{E88020ED-4F8D-4976-ACA6-C9092BCD79D6}" dt="2025-10-03T18:32:32.280" v="607" actId="14100"/>
          <ac:spMkLst>
            <pc:docMk/>
            <pc:sldMk cId="3356772638" sldId="265"/>
            <ac:spMk id="5" creationId="{707C8B03-E120-4875-A233-B66C84F86518}"/>
          </ac:spMkLst>
        </pc:spChg>
        <pc:spChg chg="mod">
          <ac:chgData name="" userId="325999293e6b7023" providerId="LiveId" clId="{E88020ED-4F8D-4976-ACA6-C9092BCD79D6}" dt="2025-10-03T15:40:08.441" v="222" actId="11"/>
          <ac:spMkLst>
            <pc:docMk/>
            <pc:sldMk cId="3356772638" sldId="265"/>
            <ac:spMk id="7" creationId="{611B77E0-091F-4C9E-931C-019E6400BD8E}"/>
          </ac:spMkLst>
        </pc:spChg>
        <pc:picChg chg="del">
          <ac:chgData name="" userId="325999293e6b7023" providerId="LiveId" clId="{E88020ED-4F8D-4976-ACA6-C9092BCD79D6}" dt="2025-10-03T15:40:30.534" v="243"/>
          <ac:picMkLst>
            <pc:docMk/>
            <pc:sldMk cId="3356772638" sldId="265"/>
            <ac:picMk id="3" creationId="{6F9EAC56-EF41-40EC-95A0-DE2388DA6920}"/>
          </ac:picMkLst>
        </pc:picChg>
        <pc:picChg chg="add mod">
          <ac:chgData name="" userId="325999293e6b7023" providerId="LiveId" clId="{E88020ED-4F8D-4976-ACA6-C9092BCD79D6}" dt="2025-10-03T15:41:19.102" v="247" actId="14100"/>
          <ac:picMkLst>
            <pc:docMk/>
            <pc:sldMk cId="3356772638" sldId="265"/>
            <ac:picMk id="4" creationId="{9FC7F011-12C9-40FA-81B2-2CA59D1EA78B}"/>
          </ac:picMkLst>
        </pc:picChg>
      </pc:sldChg>
      <pc:sldChg chg="addSp delSp modSp add">
        <pc:chgData name="" userId="325999293e6b7023" providerId="LiveId" clId="{E88020ED-4F8D-4976-ACA6-C9092BCD79D6}" dt="2025-10-03T18:31:45.861" v="576"/>
        <pc:sldMkLst>
          <pc:docMk/>
          <pc:sldMk cId="742187322" sldId="266"/>
        </pc:sldMkLst>
        <pc:spChg chg="del mod">
          <ac:chgData name="" userId="325999293e6b7023" providerId="LiveId" clId="{E88020ED-4F8D-4976-ACA6-C9092BCD79D6}" dt="2025-10-03T18:31:45.861" v="576"/>
          <ac:spMkLst>
            <pc:docMk/>
            <pc:sldMk cId="742187322" sldId="266"/>
            <ac:spMk id="5" creationId="{707C8B03-E120-4875-A233-B66C84F86518}"/>
          </ac:spMkLst>
        </pc:spChg>
        <pc:spChg chg="add mod">
          <ac:chgData name="" userId="325999293e6b7023" providerId="LiveId" clId="{E88020ED-4F8D-4976-ACA6-C9092BCD79D6}" dt="2025-10-03T18:31:42.543" v="574" actId="12"/>
          <ac:spMkLst>
            <pc:docMk/>
            <pc:sldMk cId="742187322" sldId="266"/>
            <ac:spMk id="6" creationId="{27C8DDE5-136D-4DC5-8F12-B0DBECF3D56F}"/>
          </ac:spMkLst>
        </pc:spChg>
        <pc:spChg chg="mod">
          <ac:chgData name="" userId="325999293e6b7023" providerId="LiveId" clId="{E88020ED-4F8D-4976-ACA6-C9092BCD79D6}" dt="2025-10-03T15:42:31.002" v="276" actId="20577"/>
          <ac:spMkLst>
            <pc:docMk/>
            <pc:sldMk cId="742187322" sldId="266"/>
            <ac:spMk id="7" creationId="{611B77E0-091F-4C9E-931C-019E6400BD8E}"/>
          </ac:spMkLst>
        </pc:spChg>
        <pc:picChg chg="add mod">
          <ac:chgData name="" userId="325999293e6b7023" providerId="LiveId" clId="{E88020ED-4F8D-4976-ACA6-C9092BCD79D6}" dt="2025-10-03T15:43:39.875" v="309" actId="1076"/>
          <ac:picMkLst>
            <pc:docMk/>
            <pc:sldMk cId="742187322" sldId="266"/>
            <ac:picMk id="3" creationId="{1995DFE5-E977-48E6-98CA-5EEBCA377ACF}"/>
          </ac:picMkLst>
        </pc:picChg>
        <pc:picChg chg="del">
          <ac:chgData name="" userId="325999293e6b7023" providerId="LiveId" clId="{E88020ED-4F8D-4976-ACA6-C9092BCD79D6}" dt="2025-10-03T15:43:06.368" v="306"/>
          <ac:picMkLst>
            <pc:docMk/>
            <pc:sldMk cId="742187322" sldId="266"/>
            <ac:picMk id="4" creationId="{9FC7F011-12C9-40FA-81B2-2CA59D1EA78B}"/>
          </ac:picMkLst>
        </pc:picChg>
      </pc:sldChg>
      <pc:sldChg chg="addSp delSp modSp add">
        <pc:chgData name="" userId="325999293e6b7023" providerId="LiveId" clId="{E88020ED-4F8D-4976-ACA6-C9092BCD79D6}" dt="2025-10-03T18:30:35.341" v="546" actId="1076"/>
        <pc:sldMkLst>
          <pc:docMk/>
          <pc:sldMk cId="1433024750" sldId="267"/>
        </pc:sldMkLst>
        <pc:spChg chg="del mod">
          <ac:chgData name="" userId="325999293e6b7023" providerId="LiveId" clId="{E88020ED-4F8D-4976-ACA6-C9092BCD79D6}" dt="2025-10-03T18:29:46.558" v="540"/>
          <ac:spMkLst>
            <pc:docMk/>
            <pc:sldMk cId="1433024750" sldId="267"/>
            <ac:spMk id="5" creationId="{707C8B03-E120-4875-A233-B66C84F86518}"/>
          </ac:spMkLst>
        </pc:spChg>
        <pc:spChg chg="add mod">
          <ac:chgData name="" userId="325999293e6b7023" providerId="LiveId" clId="{E88020ED-4F8D-4976-ACA6-C9092BCD79D6}" dt="2025-10-03T18:30:26.026" v="545" actId="14100"/>
          <ac:spMkLst>
            <pc:docMk/>
            <pc:sldMk cId="1433024750" sldId="267"/>
            <ac:spMk id="6" creationId="{C35ADEDC-3E9D-4635-9462-DB3D06D810C3}"/>
          </ac:spMkLst>
        </pc:spChg>
        <pc:spChg chg="mod">
          <ac:chgData name="" userId="325999293e6b7023" providerId="LiveId" clId="{E88020ED-4F8D-4976-ACA6-C9092BCD79D6}" dt="2025-10-03T15:44:38.138" v="330" actId="20577"/>
          <ac:spMkLst>
            <pc:docMk/>
            <pc:sldMk cId="1433024750" sldId="267"/>
            <ac:spMk id="7" creationId="{611B77E0-091F-4C9E-931C-019E6400BD8E}"/>
          </ac:spMkLst>
        </pc:spChg>
        <pc:picChg chg="del">
          <ac:chgData name="" userId="325999293e6b7023" providerId="LiveId" clId="{E88020ED-4F8D-4976-ACA6-C9092BCD79D6}" dt="2025-10-03T15:44:45.062" v="331"/>
          <ac:picMkLst>
            <pc:docMk/>
            <pc:sldMk cId="1433024750" sldId="267"/>
            <ac:picMk id="3" creationId="{1995DFE5-E977-48E6-98CA-5EEBCA377ACF}"/>
          </ac:picMkLst>
        </pc:picChg>
        <pc:picChg chg="add mod">
          <ac:chgData name="" userId="325999293e6b7023" providerId="LiveId" clId="{E88020ED-4F8D-4976-ACA6-C9092BCD79D6}" dt="2025-10-03T18:30:35.341" v="546" actId="1076"/>
          <ac:picMkLst>
            <pc:docMk/>
            <pc:sldMk cId="1433024750" sldId="267"/>
            <ac:picMk id="4" creationId="{1DFBFD23-2C89-4843-BF3B-44D5781C0CA7}"/>
          </ac:picMkLst>
        </pc:picChg>
      </pc:sldChg>
      <pc:sldChg chg="addSp delSp modSp add">
        <pc:chgData name="" userId="325999293e6b7023" providerId="LiveId" clId="{E88020ED-4F8D-4976-ACA6-C9092BCD79D6}" dt="2025-10-03T18:27:55.221" v="510" actId="1076"/>
        <pc:sldMkLst>
          <pc:docMk/>
          <pc:sldMk cId="2150669788" sldId="268"/>
        </pc:sldMkLst>
        <pc:spChg chg="mod">
          <ac:chgData name="" userId="325999293e6b7023" providerId="LiveId" clId="{E88020ED-4F8D-4976-ACA6-C9092BCD79D6}" dt="2025-10-03T18:27:55.221" v="510" actId="1076"/>
          <ac:spMkLst>
            <pc:docMk/>
            <pc:sldMk cId="2150669788" sldId="268"/>
            <ac:spMk id="5" creationId="{707C8B03-E120-4875-A233-B66C84F86518}"/>
          </ac:spMkLst>
        </pc:spChg>
        <pc:spChg chg="mod">
          <ac:chgData name="" userId="325999293e6b7023" providerId="LiveId" clId="{E88020ED-4F8D-4976-ACA6-C9092BCD79D6}" dt="2025-10-03T15:47:50.669" v="369" actId="1076"/>
          <ac:spMkLst>
            <pc:docMk/>
            <pc:sldMk cId="2150669788" sldId="268"/>
            <ac:spMk id="7" creationId="{611B77E0-091F-4C9E-931C-019E6400BD8E}"/>
          </ac:spMkLst>
        </pc:spChg>
        <pc:picChg chg="add mod">
          <ac:chgData name="" userId="325999293e6b7023" providerId="LiveId" clId="{E88020ED-4F8D-4976-ACA6-C9092BCD79D6}" dt="2025-10-03T15:47:22.455" v="368" actId="1076"/>
          <ac:picMkLst>
            <pc:docMk/>
            <pc:sldMk cId="2150669788" sldId="268"/>
            <ac:picMk id="3" creationId="{67378369-18E1-4798-8C16-6FDEE12510E4}"/>
          </ac:picMkLst>
        </pc:picChg>
        <pc:picChg chg="del">
          <ac:chgData name="" userId="325999293e6b7023" providerId="LiveId" clId="{E88020ED-4F8D-4976-ACA6-C9092BCD79D6}" dt="2025-10-03T15:46:31.122" v="363"/>
          <ac:picMkLst>
            <pc:docMk/>
            <pc:sldMk cId="2150669788" sldId="268"/>
            <ac:picMk id="4" creationId="{1DFBFD23-2C89-4843-BF3B-44D5781C0CA7}"/>
          </ac:picMkLst>
        </pc:picChg>
      </pc:sldChg>
      <pc:sldChg chg="addSp delSp modSp add">
        <pc:chgData name="" userId="325999293e6b7023" providerId="LiveId" clId="{E88020ED-4F8D-4976-ACA6-C9092BCD79D6}" dt="2025-10-03T19:12:18.724" v="773" actId="1076"/>
        <pc:sldMkLst>
          <pc:docMk/>
          <pc:sldMk cId="3498802538" sldId="269"/>
        </pc:sldMkLst>
        <pc:spChg chg="add del mod">
          <ac:chgData name="" userId="325999293e6b7023" providerId="LiveId" clId="{E88020ED-4F8D-4976-ACA6-C9092BCD79D6}" dt="2025-10-03T19:09:02.100" v="751"/>
          <ac:spMkLst>
            <pc:docMk/>
            <pc:sldMk cId="3498802538" sldId="269"/>
            <ac:spMk id="2" creationId="{FDF9AB98-F0E5-43DE-8E10-75C3B08FDCA2}"/>
          </ac:spMkLst>
        </pc:spChg>
        <pc:spChg chg="mod">
          <ac:chgData name="" userId="325999293e6b7023" providerId="LiveId" clId="{E88020ED-4F8D-4976-ACA6-C9092BCD79D6}" dt="2025-10-03T19:08:06.078" v="744" actId="1076"/>
          <ac:spMkLst>
            <pc:docMk/>
            <pc:sldMk cId="3498802538" sldId="269"/>
            <ac:spMk id="3" creationId="{8F23AB61-1381-4F7F-B4DB-0E8B5EFAFD4B}"/>
          </ac:spMkLst>
        </pc:spChg>
        <pc:spChg chg="add del mod">
          <ac:chgData name="" userId="325999293e6b7023" providerId="LiveId" clId="{E88020ED-4F8D-4976-ACA6-C9092BCD79D6}" dt="2025-10-03T19:09:02.100" v="751"/>
          <ac:spMkLst>
            <pc:docMk/>
            <pc:sldMk cId="3498802538" sldId="269"/>
            <ac:spMk id="5" creationId="{AD01584B-B88C-457E-B5C9-664B0BDA8BC2}"/>
          </ac:spMkLst>
        </pc:spChg>
        <pc:spChg chg="add del mod">
          <ac:chgData name="" userId="325999293e6b7023" providerId="LiveId" clId="{E88020ED-4F8D-4976-ACA6-C9092BCD79D6}" dt="2025-10-03T19:11:44.141" v="766"/>
          <ac:spMkLst>
            <pc:docMk/>
            <pc:sldMk cId="3498802538" sldId="269"/>
            <ac:spMk id="6" creationId="{A73CD9F8-7171-456E-AA19-9FDC9578624C}"/>
          </ac:spMkLst>
        </pc:spChg>
        <pc:spChg chg="add mod">
          <ac:chgData name="" userId="325999293e6b7023" providerId="LiveId" clId="{E88020ED-4F8D-4976-ACA6-C9092BCD79D6}" dt="2025-10-03T19:10:46.644" v="760" actId="14100"/>
          <ac:spMkLst>
            <pc:docMk/>
            <pc:sldMk cId="3498802538" sldId="269"/>
            <ac:spMk id="7" creationId="{ADE3CF22-FE54-4CBF-8E3A-B7C8BD027154}"/>
          </ac:spMkLst>
        </pc:spChg>
        <pc:spChg chg="add mod">
          <ac:chgData name="" userId="325999293e6b7023" providerId="LiveId" clId="{E88020ED-4F8D-4976-ACA6-C9092BCD79D6}" dt="2025-10-03T19:12:18.724" v="773" actId="1076"/>
          <ac:spMkLst>
            <pc:docMk/>
            <pc:sldMk cId="3498802538" sldId="269"/>
            <ac:spMk id="8" creationId="{23A1E790-9F2D-41DA-843E-153C9F9CB119}"/>
          </ac:spMkLst>
        </pc:spChg>
        <pc:picChg chg="del">
          <ac:chgData name="" userId="325999293e6b7023" providerId="LiveId" clId="{E88020ED-4F8D-4976-ACA6-C9092BCD79D6}" dt="2025-10-03T19:06:48.228" v="707"/>
          <ac:picMkLst>
            <pc:docMk/>
            <pc:sldMk cId="3498802538" sldId="269"/>
            <ac:picMk id="4" creationId="{FD090E02-2FF6-4D5A-B2D7-F930A222EE3A}"/>
          </ac:picMkLst>
        </pc:picChg>
      </pc:sldChg>
      <pc:sldChg chg="addSp delSp modSp add">
        <pc:chgData name="" userId="325999293e6b7023" providerId="LiveId" clId="{E88020ED-4F8D-4976-ACA6-C9092BCD79D6}" dt="2025-10-03T19:45:19.638" v="942" actId="14100"/>
        <pc:sldMkLst>
          <pc:docMk/>
          <pc:sldMk cId="3661205684" sldId="270"/>
        </pc:sldMkLst>
        <pc:spChg chg="add mod">
          <ac:chgData name="" userId="325999293e6b7023" providerId="LiveId" clId="{E88020ED-4F8D-4976-ACA6-C9092BCD79D6}" dt="2025-10-03T19:39:07.215" v="891" actId="1076"/>
          <ac:spMkLst>
            <pc:docMk/>
            <pc:sldMk cId="3661205684" sldId="270"/>
            <ac:spMk id="2" creationId="{7D31CCB8-79A8-4146-8C41-724F1ADD63DC}"/>
          </ac:spMkLst>
        </pc:spChg>
        <pc:spChg chg="add del mod">
          <ac:chgData name="" userId="325999293e6b7023" providerId="LiveId" clId="{E88020ED-4F8D-4976-ACA6-C9092BCD79D6}" dt="2025-10-03T19:29:20.661" v="837"/>
          <ac:spMkLst>
            <pc:docMk/>
            <pc:sldMk cId="3661205684" sldId="270"/>
            <ac:spMk id="3" creationId="{29FEC574-0451-4A85-8315-94C851662E7C}"/>
          </ac:spMkLst>
        </pc:spChg>
        <pc:spChg chg="add mod">
          <ac:chgData name="" userId="325999293e6b7023" providerId="LiveId" clId="{E88020ED-4F8D-4976-ACA6-C9092BCD79D6}" dt="2025-10-03T19:45:10.439" v="939" actId="20577"/>
          <ac:spMkLst>
            <pc:docMk/>
            <pc:sldMk cId="3661205684" sldId="270"/>
            <ac:spMk id="4" creationId="{E2BA77A7-6144-4102-942B-5708CA5826D5}"/>
          </ac:spMkLst>
        </pc:spChg>
        <pc:spChg chg="add del mod">
          <ac:chgData name="" userId="325999293e6b7023" providerId="LiveId" clId="{E88020ED-4F8D-4976-ACA6-C9092BCD79D6}" dt="2025-10-03T19:32:34.253" v="848"/>
          <ac:spMkLst>
            <pc:docMk/>
            <pc:sldMk cId="3661205684" sldId="270"/>
            <ac:spMk id="5" creationId="{DCA9B81D-F327-45EE-BC1F-8D35502C2F60}"/>
          </ac:spMkLst>
        </pc:spChg>
        <pc:spChg chg="add del mod">
          <ac:chgData name="" userId="325999293e6b7023" providerId="LiveId" clId="{E88020ED-4F8D-4976-ACA6-C9092BCD79D6}" dt="2025-10-03T19:33:08.560" v="855"/>
          <ac:spMkLst>
            <pc:docMk/>
            <pc:sldMk cId="3661205684" sldId="270"/>
            <ac:spMk id="6" creationId="{DB08E104-7233-4098-B098-CB28E1142031}"/>
          </ac:spMkLst>
        </pc:spChg>
        <pc:spChg chg="add del">
          <ac:chgData name="" userId="325999293e6b7023" providerId="LiveId" clId="{E88020ED-4F8D-4976-ACA6-C9092BCD79D6}" dt="2025-10-03T19:35:36.035" v="861"/>
          <ac:spMkLst>
            <pc:docMk/>
            <pc:sldMk cId="3661205684" sldId="270"/>
            <ac:spMk id="7" creationId="{EF195D5C-4535-476C-97CD-9DB5D56010EB}"/>
          </ac:spMkLst>
        </pc:spChg>
        <pc:spChg chg="add del mod">
          <ac:chgData name="" userId="325999293e6b7023" providerId="LiveId" clId="{E88020ED-4F8D-4976-ACA6-C9092BCD79D6}" dt="2025-10-03T19:36:16.558" v="867"/>
          <ac:spMkLst>
            <pc:docMk/>
            <pc:sldMk cId="3661205684" sldId="270"/>
            <ac:spMk id="8" creationId="{1F2A63BC-5E06-4A59-BEB3-19CBFD383879}"/>
          </ac:spMkLst>
        </pc:spChg>
        <pc:spChg chg="add del">
          <ac:chgData name="" userId="325999293e6b7023" providerId="LiveId" clId="{E88020ED-4F8D-4976-ACA6-C9092BCD79D6}" dt="2025-10-03T19:36:23.086" v="869"/>
          <ac:spMkLst>
            <pc:docMk/>
            <pc:sldMk cId="3661205684" sldId="270"/>
            <ac:spMk id="9" creationId="{50A49F87-6455-469E-862A-9608DA37BC6D}"/>
          </ac:spMkLst>
        </pc:spChg>
        <pc:spChg chg="add del">
          <ac:chgData name="" userId="325999293e6b7023" providerId="LiveId" clId="{E88020ED-4F8D-4976-ACA6-C9092BCD79D6}" dt="2025-10-03T19:36:47.401" v="871"/>
          <ac:spMkLst>
            <pc:docMk/>
            <pc:sldMk cId="3661205684" sldId="270"/>
            <ac:spMk id="10" creationId="{D304451B-EC45-46E3-AAC5-1A35597898CC}"/>
          </ac:spMkLst>
        </pc:spChg>
        <pc:spChg chg="add del">
          <ac:chgData name="" userId="325999293e6b7023" providerId="LiveId" clId="{E88020ED-4F8D-4976-ACA6-C9092BCD79D6}" dt="2025-10-03T19:37:12.901" v="877"/>
          <ac:spMkLst>
            <pc:docMk/>
            <pc:sldMk cId="3661205684" sldId="270"/>
            <ac:spMk id="11" creationId="{7B4C1157-B6A4-4F28-A08D-2331C500ECE5}"/>
          </ac:spMkLst>
        </pc:spChg>
        <pc:spChg chg="add del">
          <ac:chgData name="" userId="325999293e6b7023" providerId="LiveId" clId="{E88020ED-4F8D-4976-ACA6-C9092BCD79D6}" dt="2025-10-03T19:37:12.562" v="876"/>
          <ac:spMkLst>
            <pc:docMk/>
            <pc:sldMk cId="3661205684" sldId="270"/>
            <ac:spMk id="12" creationId="{4A024871-9EB8-453A-9027-F59B5C277AA3}"/>
          </ac:spMkLst>
        </pc:spChg>
        <pc:spChg chg="add del mod">
          <ac:chgData name="" userId="325999293e6b7023" providerId="LiveId" clId="{E88020ED-4F8D-4976-ACA6-C9092BCD79D6}" dt="2025-10-03T19:38:33.718" v="889"/>
          <ac:spMkLst>
            <pc:docMk/>
            <pc:sldMk cId="3661205684" sldId="270"/>
            <ac:spMk id="13" creationId="{1DAD896C-C9DB-40E6-A19D-AC803179AC2C}"/>
          </ac:spMkLst>
        </pc:spChg>
        <pc:spChg chg="add del">
          <ac:chgData name="" userId="325999293e6b7023" providerId="LiveId" clId="{E88020ED-4F8D-4976-ACA6-C9092BCD79D6}" dt="2025-10-03T19:37:35.386" v="880"/>
          <ac:spMkLst>
            <pc:docMk/>
            <pc:sldMk cId="3661205684" sldId="270"/>
            <ac:spMk id="14" creationId="{D7A15CB5-4B8D-401C-B55F-CA0EDEE9BEF4}"/>
          </ac:spMkLst>
        </pc:spChg>
        <pc:spChg chg="add del">
          <ac:chgData name="" userId="325999293e6b7023" providerId="LiveId" clId="{E88020ED-4F8D-4976-ACA6-C9092BCD79D6}" dt="2025-10-03T19:37:49.485" v="883"/>
          <ac:spMkLst>
            <pc:docMk/>
            <pc:sldMk cId="3661205684" sldId="270"/>
            <ac:spMk id="15" creationId="{380040F4-3AD8-4386-B7E7-2F933A5CC3CE}"/>
          </ac:spMkLst>
        </pc:spChg>
        <pc:spChg chg="add del">
          <ac:chgData name="" userId="325999293e6b7023" providerId="LiveId" clId="{E88020ED-4F8D-4976-ACA6-C9092BCD79D6}" dt="2025-10-03T19:38:17.084" v="886"/>
          <ac:spMkLst>
            <pc:docMk/>
            <pc:sldMk cId="3661205684" sldId="270"/>
            <ac:spMk id="16" creationId="{6D446482-26FF-463C-BE9E-614B58E8DC3A}"/>
          </ac:spMkLst>
        </pc:spChg>
        <pc:spChg chg="add del">
          <ac:chgData name="" userId="325999293e6b7023" providerId="LiveId" clId="{E88020ED-4F8D-4976-ACA6-C9092BCD79D6}" dt="2025-10-03T19:38:27.274" v="888"/>
          <ac:spMkLst>
            <pc:docMk/>
            <pc:sldMk cId="3661205684" sldId="270"/>
            <ac:spMk id="17" creationId="{72169C23-C9B0-4EA8-9AE5-910090C94202}"/>
          </ac:spMkLst>
        </pc:spChg>
        <pc:spChg chg="add del">
          <ac:chgData name="" userId="325999293e6b7023" providerId="LiveId" clId="{E88020ED-4F8D-4976-ACA6-C9092BCD79D6}" dt="2025-10-03T19:39:25.521" v="898"/>
          <ac:spMkLst>
            <pc:docMk/>
            <pc:sldMk cId="3661205684" sldId="270"/>
            <ac:spMk id="18" creationId="{3031AFB7-5167-4432-AEE6-405D0104EC3D}"/>
          </ac:spMkLst>
        </pc:spChg>
        <pc:spChg chg="add del">
          <ac:chgData name="" userId="325999293e6b7023" providerId="LiveId" clId="{E88020ED-4F8D-4976-ACA6-C9092BCD79D6}" dt="2025-10-03T19:39:25.114" v="897"/>
          <ac:spMkLst>
            <pc:docMk/>
            <pc:sldMk cId="3661205684" sldId="270"/>
            <ac:spMk id="19" creationId="{AFC70424-8643-4489-BB01-A3E9F9E5BBC0}"/>
          </ac:spMkLst>
        </pc:spChg>
        <pc:spChg chg="add del">
          <ac:chgData name="" userId="325999293e6b7023" providerId="LiveId" clId="{E88020ED-4F8D-4976-ACA6-C9092BCD79D6}" dt="2025-10-03T19:39:24.718" v="896"/>
          <ac:spMkLst>
            <pc:docMk/>
            <pc:sldMk cId="3661205684" sldId="270"/>
            <ac:spMk id="20" creationId="{8BCD2D6F-DF1B-4E81-8554-1EA67E33C916}"/>
          </ac:spMkLst>
        </pc:spChg>
        <pc:spChg chg="add mod">
          <ac:chgData name="" userId="325999293e6b7023" providerId="LiveId" clId="{E88020ED-4F8D-4976-ACA6-C9092BCD79D6}" dt="2025-10-03T19:45:19.638" v="942" actId="14100"/>
          <ac:spMkLst>
            <pc:docMk/>
            <pc:sldMk cId="3661205684" sldId="270"/>
            <ac:spMk id="21" creationId="{35650ADF-B726-4FAF-9626-0D607A7ABF21}"/>
          </ac:spMkLst>
        </pc:spChg>
        <pc:spChg chg="add del mod">
          <ac:chgData name="" userId="325999293e6b7023" providerId="LiveId" clId="{E88020ED-4F8D-4976-ACA6-C9092BCD79D6}" dt="2025-10-03T19:41:52.639" v="907"/>
          <ac:spMkLst>
            <pc:docMk/>
            <pc:sldMk cId="3661205684" sldId="270"/>
            <ac:spMk id="22" creationId="{23B3500F-9FB9-4C74-B6A3-B42409CF0732}"/>
          </ac:spMkLst>
        </pc:spChg>
        <pc:spChg chg="add del mod">
          <ac:chgData name="" userId="325999293e6b7023" providerId="LiveId" clId="{E88020ED-4F8D-4976-ACA6-C9092BCD79D6}" dt="2025-10-03T19:42:11.274" v="911" actId="767"/>
          <ac:spMkLst>
            <pc:docMk/>
            <pc:sldMk cId="3661205684" sldId="270"/>
            <ac:spMk id="23" creationId="{66BD791E-D5C4-49AE-9AF5-2B966AC53B9B}"/>
          </ac:spMkLst>
        </pc:spChg>
        <pc:spChg chg="add del">
          <ac:chgData name="" userId="325999293e6b7023" providerId="LiveId" clId="{E88020ED-4F8D-4976-ACA6-C9092BCD79D6}" dt="2025-10-03T19:42:10.786" v="910"/>
          <ac:spMkLst>
            <pc:docMk/>
            <pc:sldMk cId="3661205684" sldId="270"/>
            <ac:spMk id="24" creationId="{20AFE260-3353-41E8-BEDD-1D08ECA46B12}"/>
          </ac:spMkLst>
        </pc:spChg>
        <pc:spChg chg="add del mod">
          <ac:chgData name="" userId="325999293e6b7023" providerId="LiveId" clId="{E88020ED-4F8D-4976-ACA6-C9092BCD79D6}" dt="2025-10-03T19:43:02.731" v="920"/>
          <ac:spMkLst>
            <pc:docMk/>
            <pc:sldMk cId="3661205684" sldId="270"/>
            <ac:spMk id="25" creationId="{9C53B1F8-D19D-49C1-B180-5A716926280E}"/>
          </ac:spMkLst>
        </pc:spChg>
      </pc:sldChg>
      <pc:sldChg chg="addSp modSp add">
        <pc:chgData name="" userId="325999293e6b7023" providerId="LiveId" clId="{E88020ED-4F8D-4976-ACA6-C9092BCD79D6}" dt="2025-10-03T19:57:53.390" v="983" actId="1076"/>
        <pc:sldMkLst>
          <pc:docMk/>
          <pc:sldMk cId="1654934982" sldId="271"/>
        </pc:sldMkLst>
        <pc:spChg chg="add mod">
          <ac:chgData name="" userId="325999293e6b7023" providerId="LiveId" clId="{E88020ED-4F8D-4976-ACA6-C9092BCD79D6}" dt="2025-10-03T19:53:01.164" v="971" actId="1076"/>
          <ac:spMkLst>
            <pc:docMk/>
            <pc:sldMk cId="1654934982" sldId="271"/>
            <ac:spMk id="2" creationId="{4F1F3AF4-1D1C-4C8B-B165-43B92E92A640}"/>
          </ac:spMkLst>
        </pc:spChg>
        <pc:picChg chg="add mod">
          <ac:chgData name="" userId="325999293e6b7023" providerId="LiveId" clId="{E88020ED-4F8D-4976-ACA6-C9092BCD79D6}" dt="2025-10-03T19:57:47.441" v="982" actId="1076"/>
          <ac:picMkLst>
            <pc:docMk/>
            <pc:sldMk cId="1654934982" sldId="271"/>
            <ac:picMk id="4" creationId="{6090A3E2-B5FE-4ACC-9B85-E644EE214C49}"/>
          </ac:picMkLst>
        </pc:picChg>
        <pc:picChg chg="add mod">
          <ac:chgData name="" userId="325999293e6b7023" providerId="LiveId" clId="{E88020ED-4F8D-4976-ACA6-C9092BCD79D6}" dt="2025-10-03T19:57:53.390" v="983" actId="1076"/>
          <ac:picMkLst>
            <pc:docMk/>
            <pc:sldMk cId="1654934982" sldId="271"/>
            <ac:picMk id="6" creationId="{C61BE12A-E766-48B6-823C-D13932400AAD}"/>
          </ac:picMkLst>
        </pc:picChg>
      </pc:sldChg>
      <pc:sldChg chg="addSp modSp add">
        <pc:chgData name="" userId="325999293e6b7023" providerId="LiveId" clId="{E88020ED-4F8D-4976-ACA6-C9092BCD79D6}" dt="2025-10-03T20:01:25.836" v="992" actId="1076"/>
        <pc:sldMkLst>
          <pc:docMk/>
          <pc:sldMk cId="1308090465" sldId="272"/>
        </pc:sldMkLst>
        <pc:picChg chg="add mod">
          <ac:chgData name="" userId="325999293e6b7023" providerId="LiveId" clId="{E88020ED-4F8D-4976-ACA6-C9092BCD79D6}" dt="2025-10-03T19:59:50.629" v="988" actId="1076"/>
          <ac:picMkLst>
            <pc:docMk/>
            <pc:sldMk cId="1308090465" sldId="272"/>
            <ac:picMk id="3" creationId="{CA684B87-E7B6-46CB-98CE-EDB75EB5CC7C}"/>
          </ac:picMkLst>
        </pc:picChg>
        <pc:picChg chg="add mod">
          <ac:chgData name="" userId="325999293e6b7023" providerId="LiveId" clId="{E88020ED-4F8D-4976-ACA6-C9092BCD79D6}" dt="2025-10-03T20:01:25.836" v="992" actId="1076"/>
          <ac:picMkLst>
            <pc:docMk/>
            <pc:sldMk cId="1308090465" sldId="272"/>
            <ac:picMk id="5" creationId="{D3E51C7A-F86E-4356-B021-2BC8702C01D8}"/>
          </ac:picMkLst>
        </pc:picChg>
      </pc:sldChg>
      <pc:sldChg chg="addSp modSp add">
        <pc:chgData name="" userId="325999293e6b7023" providerId="LiveId" clId="{E88020ED-4F8D-4976-ACA6-C9092BCD79D6}" dt="2025-10-03T20:07:10.026" v="1004" actId="1076"/>
        <pc:sldMkLst>
          <pc:docMk/>
          <pc:sldMk cId="1168156816" sldId="273"/>
        </pc:sldMkLst>
        <pc:picChg chg="add mod">
          <ac:chgData name="" userId="325999293e6b7023" providerId="LiveId" clId="{E88020ED-4F8D-4976-ACA6-C9092BCD79D6}" dt="2025-10-03T20:04:53.172" v="1000" actId="14100"/>
          <ac:picMkLst>
            <pc:docMk/>
            <pc:sldMk cId="1168156816" sldId="273"/>
            <ac:picMk id="3" creationId="{EC4AFD3B-CF2D-4D90-9F94-94283ADCD3A8}"/>
          </ac:picMkLst>
        </pc:picChg>
        <pc:picChg chg="add mod">
          <ac:chgData name="" userId="325999293e6b7023" providerId="LiveId" clId="{E88020ED-4F8D-4976-ACA6-C9092BCD79D6}" dt="2025-10-03T20:07:10.026" v="1004" actId="1076"/>
          <ac:picMkLst>
            <pc:docMk/>
            <pc:sldMk cId="1168156816" sldId="273"/>
            <ac:picMk id="5" creationId="{A91D9B92-5D2F-48A5-823A-0746E38AC571}"/>
          </ac:picMkLst>
        </pc:picChg>
      </pc:sldChg>
      <pc:sldChg chg="addSp modSp add">
        <pc:chgData name="" userId="325999293e6b7023" providerId="LiveId" clId="{E88020ED-4F8D-4976-ACA6-C9092BCD79D6}" dt="2025-10-04T12:05:11.973" v="1226" actId="20577"/>
        <pc:sldMkLst>
          <pc:docMk/>
          <pc:sldMk cId="2178509953" sldId="274"/>
        </pc:sldMkLst>
        <pc:spChg chg="add mod">
          <ac:chgData name="" userId="325999293e6b7023" providerId="LiveId" clId="{E88020ED-4F8D-4976-ACA6-C9092BCD79D6}" dt="2025-10-04T11:45:59.048" v="1019" actId="1076"/>
          <ac:spMkLst>
            <pc:docMk/>
            <pc:sldMk cId="2178509953" sldId="274"/>
            <ac:spMk id="2" creationId="{9C4231A7-D983-44AC-B45B-1A099904D4F9}"/>
          </ac:spMkLst>
        </pc:spChg>
        <pc:spChg chg="add mod">
          <ac:chgData name="" userId="325999293e6b7023" providerId="LiveId" clId="{E88020ED-4F8D-4976-ACA6-C9092BCD79D6}" dt="2025-10-04T12:05:11.973" v="1226" actId="20577"/>
          <ac:spMkLst>
            <pc:docMk/>
            <pc:sldMk cId="2178509953" sldId="274"/>
            <ac:spMk id="3" creationId="{468CF834-8863-42EA-9078-8A8BB11413C7}"/>
          </ac:spMkLst>
        </pc:spChg>
      </pc:sldChg>
      <pc:sldChg chg="addSp modSp add">
        <pc:chgData name="" userId="325999293e6b7023" providerId="LiveId" clId="{E88020ED-4F8D-4976-ACA6-C9092BCD79D6}" dt="2025-10-04T12:29:07.449" v="1542" actId="1076"/>
        <pc:sldMkLst>
          <pc:docMk/>
          <pc:sldMk cId="1638564604" sldId="275"/>
        </pc:sldMkLst>
        <pc:spChg chg="add mod">
          <ac:chgData name="" userId="325999293e6b7023" providerId="LiveId" clId="{E88020ED-4F8D-4976-ACA6-C9092BCD79D6}" dt="2025-10-04T12:29:07.449" v="1542" actId="1076"/>
          <ac:spMkLst>
            <pc:docMk/>
            <pc:sldMk cId="1638564604" sldId="275"/>
            <ac:spMk id="2" creationId="{F13B9CFB-E040-450E-A9FE-AD4BD34DC625}"/>
          </ac:spMkLst>
        </pc:spChg>
        <pc:spChg chg="add mod">
          <ac:chgData name="" userId="325999293e6b7023" providerId="LiveId" clId="{E88020ED-4F8D-4976-ACA6-C9092BCD79D6}" dt="2025-10-04T12:18:14.930" v="1259" actId="1076"/>
          <ac:spMkLst>
            <pc:docMk/>
            <pc:sldMk cId="1638564604" sldId="275"/>
            <ac:spMk id="3" creationId="{016AF6B9-DF2C-47E3-821B-06E4B1400790}"/>
          </ac:spMkLst>
        </pc:spChg>
        <pc:spChg chg="add mod">
          <ac:chgData name="" userId="325999293e6b7023" providerId="LiveId" clId="{E88020ED-4F8D-4976-ACA6-C9092BCD79D6}" dt="2025-10-04T12:28:43.092" v="1541" actId="1076"/>
          <ac:spMkLst>
            <pc:docMk/>
            <pc:sldMk cId="1638564604" sldId="275"/>
            <ac:spMk id="4" creationId="{8C4C2CBC-2D98-40C5-8016-0BA691838EE4}"/>
          </ac:spMkLst>
        </pc:spChg>
      </pc:sldChg>
      <pc:sldChg chg="addSp modSp add">
        <pc:chgData name="" userId="325999293e6b7023" providerId="LiveId" clId="{E88020ED-4F8D-4976-ACA6-C9092BCD79D6}" dt="2025-10-04T13:34:18.904" v="1581" actId="1076"/>
        <pc:sldMkLst>
          <pc:docMk/>
          <pc:sldMk cId="1468043773" sldId="276"/>
        </pc:sldMkLst>
        <pc:spChg chg="add mod">
          <ac:chgData name="" userId="325999293e6b7023" providerId="LiveId" clId="{E88020ED-4F8D-4976-ACA6-C9092BCD79D6}" dt="2025-10-04T13:32:40.398" v="1564" actId="1076"/>
          <ac:spMkLst>
            <pc:docMk/>
            <pc:sldMk cId="1468043773" sldId="276"/>
            <ac:spMk id="2" creationId="{47C635AB-6FAA-45EE-A942-AB64397C5A2A}"/>
          </ac:spMkLst>
        </pc:spChg>
        <pc:spChg chg="add mod">
          <ac:chgData name="" userId="325999293e6b7023" providerId="LiveId" clId="{E88020ED-4F8D-4976-ACA6-C9092BCD79D6}" dt="2025-10-04T13:34:18.904" v="1581" actId="1076"/>
          <ac:spMkLst>
            <pc:docMk/>
            <pc:sldMk cId="1468043773" sldId="276"/>
            <ac:spMk id="3" creationId="{F212E388-F220-4DE4-9261-4CE1A4993FC0}"/>
          </ac:spMkLst>
        </pc:spChg>
      </pc:sldChg>
      <pc:sldChg chg="addSp modSp add">
        <pc:chgData name="" userId="325999293e6b7023" providerId="LiveId" clId="{E88020ED-4F8D-4976-ACA6-C9092BCD79D6}" dt="2025-10-04T14:02:35.734" v="1616" actId="1076"/>
        <pc:sldMkLst>
          <pc:docMk/>
          <pc:sldMk cId="3134920159" sldId="277"/>
        </pc:sldMkLst>
        <pc:spChg chg="add mod">
          <ac:chgData name="" userId="325999293e6b7023" providerId="LiveId" clId="{E88020ED-4F8D-4976-ACA6-C9092BCD79D6}" dt="2025-10-04T14:00:55.627" v="1591" actId="1076"/>
          <ac:spMkLst>
            <pc:docMk/>
            <pc:sldMk cId="3134920159" sldId="277"/>
            <ac:spMk id="2" creationId="{4A72E0B3-E4C1-49D8-BABA-DE84FF11B15A}"/>
          </ac:spMkLst>
        </pc:spChg>
        <pc:spChg chg="add mod">
          <ac:chgData name="" userId="325999293e6b7023" providerId="LiveId" clId="{E88020ED-4F8D-4976-ACA6-C9092BCD79D6}" dt="2025-10-04T14:02:35.734" v="1616" actId="1076"/>
          <ac:spMkLst>
            <pc:docMk/>
            <pc:sldMk cId="3134920159" sldId="277"/>
            <ac:spMk id="3" creationId="{48B0D1E1-7C99-471E-A6B0-9BE79FF0E5F5}"/>
          </ac:spMkLst>
        </pc:spChg>
      </pc:sldChg>
      <pc:sldChg chg="addSp delSp modSp add">
        <pc:chgData name="" userId="325999293e6b7023" providerId="LiveId" clId="{E88020ED-4F8D-4976-ACA6-C9092BCD79D6}" dt="2025-10-04T14:28:13.429" v="1916" actId="20577"/>
        <pc:sldMkLst>
          <pc:docMk/>
          <pc:sldMk cId="3385466251" sldId="278"/>
        </pc:sldMkLst>
        <pc:spChg chg="add mod">
          <ac:chgData name="" userId="325999293e6b7023" providerId="LiveId" clId="{E88020ED-4F8D-4976-ACA6-C9092BCD79D6}" dt="2025-10-04T14:09:42.324" v="1667" actId="1076"/>
          <ac:spMkLst>
            <pc:docMk/>
            <pc:sldMk cId="3385466251" sldId="278"/>
            <ac:spMk id="2" creationId="{522AA196-39F9-47F3-8ACE-FCAD5199657D}"/>
          </ac:spMkLst>
        </pc:spChg>
        <pc:spChg chg="add mod">
          <ac:chgData name="" userId="325999293e6b7023" providerId="LiveId" clId="{E88020ED-4F8D-4976-ACA6-C9092BCD79D6}" dt="2025-10-04T14:13:38.090" v="1674" actId="1076"/>
          <ac:spMkLst>
            <pc:docMk/>
            <pc:sldMk cId="3385466251" sldId="278"/>
            <ac:spMk id="3" creationId="{CF48730F-FF03-455F-A7C1-422FDA845C7E}"/>
          </ac:spMkLst>
        </pc:spChg>
        <pc:spChg chg="add del mod">
          <ac:chgData name="" userId="325999293e6b7023" providerId="LiveId" clId="{E88020ED-4F8D-4976-ACA6-C9092BCD79D6}" dt="2025-10-04T14:16:38.959" v="1826"/>
          <ac:spMkLst>
            <pc:docMk/>
            <pc:sldMk cId="3385466251" sldId="278"/>
            <ac:spMk id="4" creationId="{7256FDAC-2DE7-4B34-8333-D9E30C0C7C37}"/>
          </ac:spMkLst>
        </pc:spChg>
        <pc:spChg chg="add mod">
          <ac:chgData name="" userId="325999293e6b7023" providerId="LiveId" clId="{E88020ED-4F8D-4976-ACA6-C9092BCD79D6}" dt="2025-10-04T14:28:13.429" v="1916" actId="20577"/>
          <ac:spMkLst>
            <pc:docMk/>
            <pc:sldMk cId="3385466251" sldId="278"/>
            <ac:spMk id="5" creationId="{0CFAACEE-15C5-4705-8EF6-0EB99BF8FAC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mp"/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mp"/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mp"/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mp"/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5" y="81951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1475589" y="3872098"/>
            <a:ext cx="9239635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40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LIBRARY MANAGEMENT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23AB61-1381-4F7F-B4DB-0E8B5EFAFD4B}"/>
              </a:ext>
            </a:extLst>
          </p:cNvPr>
          <p:cNvSpPr txBox="1"/>
          <p:nvPr/>
        </p:nvSpPr>
        <p:spPr>
          <a:xfrm>
            <a:off x="3361361" y="133564"/>
            <a:ext cx="546927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 of the Project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C1686A8-CE11-4628-A529-B0C172DDE1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896" y="1228397"/>
            <a:ext cx="11944295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2000" b="1" dirty="0">
                <a:solidFill>
                  <a:schemeClr val="accent1"/>
                </a:solidFill>
              </a:rPr>
              <a:t>Objective</a:t>
            </a:r>
            <a:r>
              <a:rPr lang="en-US" sz="2000" dirty="0"/>
              <a:t>: To design and implement a relational database for a library.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Purpose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store, organize, and retrieve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information about books, members, and transactions (issue/return).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 manual tasks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such as maintaining records, tracking availability, and calculating fines.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ensure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accuracy, consistency, and security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through relational database design.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provide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easy access and search functionality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both librarians and users.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support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reports and analytics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book inventory, usage trends, and member activity.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design and implement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database-driven system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managing library operations efficiently.</a:t>
            </a:r>
          </a:p>
        </p:txBody>
      </p:sp>
    </p:spTree>
    <p:extLst>
      <p:ext uri="{BB962C8B-B14F-4D97-AF65-F5344CB8AC3E}">
        <p14:creationId xmlns:p14="http://schemas.microsoft.com/office/powerpoint/2010/main" val="3436912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EC1FDA-459F-48E5-AA68-AC37BF1C2EE4}"/>
              </a:ext>
            </a:extLst>
          </p:cNvPr>
          <p:cNvSpPr txBox="1"/>
          <p:nvPr/>
        </p:nvSpPr>
        <p:spPr>
          <a:xfrm>
            <a:off x="4276617" y="143837"/>
            <a:ext cx="36387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 Schema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EB891E-0445-469D-ABA7-FEAA86A5C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052" y="1815166"/>
            <a:ext cx="9242861" cy="32276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07C8B03-E120-4875-A233-B66C84F86518}"/>
              </a:ext>
            </a:extLst>
          </p:cNvPr>
          <p:cNvSpPr txBox="1"/>
          <p:nvPr/>
        </p:nvSpPr>
        <p:spPr>
          <a:xfrm>
            <a:off x="1122052" y="5427704"/>
            <a:ext cx="73233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Each publisher is uniquely identified by its </a:t>
            </a:r>
            <a:r>
              <a:rPr lang="en-US" sz="2400" b="1" dirty="0"/>
              <a:t>name</a:t>
            </a:r>
            <a:r>
              <a:rPr lang="en-US" sz="24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Holds address &amp; phone details.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1B77E0-091F-4C9E-931C-019E6400BD8E}"/>
              </a:ext>
            </a:extLst>
          </p:cNvPr>
          <p:cNvSpPr txBox="1"/>
          <p:nvPr/>
        </p:nvSpPr>
        <p:spPr>
          <a:xfrm>
            <a:off x="1122052" y="1185513"/>
            <a:ext cx="29773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Publisher Table</a:t>
            </a:r>
          </a:p>
        </p:txBody>
      </p:sp>
    </p:spTree>
    <p:extLst>
      <p:ext uri="{BB962C8B-B14F-4D97-AF65-F5344CB8AC3E}">
        <p14:creationId xmlns:p14="http://schemas.microsoft.com/office/powerpoint/2010/main" val="3897273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11B77E0-091F-4C9E-931C-019E6400BD8E}"/>
              </a:ext>
            </a:extLst>
          </p:cNvPr>
          <p:cNvSpPr txBox="1"/>
          <p:nvPr/>
        </p:nvSpPr>
        <p:spPr>
          <a:xfrm>
            <a:off x="1122052" y="1185513"/>
            <a:ext cx="29773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Books Table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47F316-4972-4D71-BE6F-BDCC2447A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052" y="1948865"/>
            <a:ext cx="10901879" cy="2960270"/>
          </a:xfrm>
          <a:prstGeom prst="rect">
            <a:avLst/>
          </a:prstGeom>
        </p:spPr>
      </p:pic>
      <p:sp>
        <p:nvSpPr>
          <p:cNvPr id="15" name="Rectangle 3">
            <a:extLst>
              <a:ext uri="{FF2B5EF4-FFF2-40B4-BE49-F238E27FC236}">
                <a16:creationId xmlns:a16="http://schemas.microsoft.com/office/drawing/2014/main" id="{9B098D2C-21B1-407C-9ACD-A9AAB3103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3174" y="4773355"/>
            <a:ext cx="7075976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Stores all books in the library.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Linked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Publisher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via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book_PublisherName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8056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11B77E0-091F-4C9E-931C-019E6400BD8E}"/>
              </a:ext>
            </a:extLst>
          </p:cNvPr>
          <p:cNvSpPr txBox="1"/>
          <p:nvPr/>
        </p:nvSpPr>
        <p:spPr>
          <a:xfrm>
            <a:off x="1122052" y="1185513"/>
            <a:ext cx="29773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Authors Table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9EAC56-EF41-40EC-95A0-DE2388DA6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38" y="2066755"/>
            <a:ext cx="9155270" cy="272449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3617AAAB-DD1E-49F9-9A05-3AC14C825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7138" y="5502416"/>
            <a:ext cx="776847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Each Book can have multiple Authors.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AUTO_INCREMENT ensures unique IDs for authors.</a:t>
            </a:r>
          </a:p>
        </p:txBody>
      </p:sp>
    </p:spTree>
    <p:extLst>
      <p:ext uri="{BB962C8B-B14F-4D97-AF65-F5344CB8AC3E}">
        <p14:creationId xmlns:p14="http://schemas.microsoft.com/office/powerpoint/2010/main" val="3099444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7C8B03-E120-4875-A233-B66C84F86518}"/>
              </a:ext>
            </a:extLst>
          </p:cNvPr>
          <p:cNvSpPr txBox="1"/>
          <p:nvPr/>
        </p:nvSpPr>
        <p:spPr>
          <a:xfrm>
            <a:off x="1122052" y="5756477"/>
            <a:ext cx="82890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/>
              <a:t>Stores </a:t>
            </a:r>
            <a:r>
              <a:rPr lang="en-US" sz="2400" b="1" dirty="0"/>
              <a:t>branch details</a:t>
            </a:r>
            <a:r>
              <a:rPr lang="en-US" sz="2400" dirty="0"/>
              <a:t> (different locations of the library).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1B77E0-091F-4C9E-931C-019E6400BD8E}"/>
              </a:ext>
            </a:extLst>
          </p:cNvPr>
          <p:cNvSpPr txBox="1"/>
          <p:nvPr/>
        </p:nvSpPr>
        <p:spPr>
          <a:xfrm>
            <a:off x="1122052" y="1185513"/>
            <a:ext cx="4128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Library Branches Table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C7F011-12C9-40FA-81B2-2CA59D1EA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052" y="2132567"/>
            <a:ext cx="9188578" cy="292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772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11B77E0-091F-4C9E-931C-019E6400BD8E}"/>
              </a:ext>
            </a:extLst>
          </p:cNvPr>
          <p:cNvSpPr txBox="1"/>
          <p:nvPr/>
        </p:nvSpPr>
        <p:spPr>
          <a:xfrm>
            <a:off x="1122052" y="1185513"/>
            <a:ext cx="4128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Book Copies Table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95DFE5-E977-48E6-98CA-5EEBCA377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052" y="1918978"/>
            <a:ext cx="10617501" cy="3020043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27C8DDE5-136D-4DC5-8F12-B0DBECF3D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2052" y="5358578"/>
            <a:ext cx="863088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Keeps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many copies of a book exist in each branch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Books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Library Branches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42187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11B77E0-091F-4C9E-931C-019E6400BD8E}"/>
              </a:ext>
            </a:extLst>
          </p:cNvPr>
          <p:cNvSpPr txBox="1"/>
          <p:nvPr/>
        </p:nvSpPr>
        <p:spPr>
          <a:xfrm>
            <a:off x="1122052" y="1185513"/>
            <a:ext cx="4128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6"/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Borrower Table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FBFD23-2C89-4843-BF3B-44D5781C0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052" y="1804421"/>
            <a:ext cx="6039901" cy="3496036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C35ADEDC-3E9D-4635-9462-DB3D06D810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2052" y="5396145"/>
            <a:ext cx="552532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Library members who borrow books.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Identified by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Card Number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33024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7C8B03-E120-4875-A233-B66C84F86518}"/>
              </a:ext>
            </a:extLst>
          </p:cNvPr>
          <p:cNvSpPr txBox="1"/>
          <p:nvPr/>
        </p:nvSpPr>
        <p:spPr>
          <a:xfrm>
            <a:off x="1122052" y="5657671"/>
            <a:ext cx="78678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/>
              <a:t>Tracks </a:t>
            </a:r>
            <a:r>
              <a:rPr lang="en-US" sz="2400" b="1" dirty="0"/>
              <a:t>which borrower borrowed which book, from which branch, and for how long</a:t>
            </a:r>
            <a:r>
              <a:rPr lang="en-US" sz="2400" dirty="0"/>
              <a:t>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1B77E0-091F-4C9E-931C-019E6400BD8E}"/>
              </a:ext>
            </a:extLst>
          </p:cNvPr>
          <p:cNvSpPr txBox="1"/>
          <p:nvPr/>
        </p:nvSpPr>
        <p:spPr>
          <a:xfrm>
            <a:off x="1122052" y="949207"/>
            <a:ext cx="4128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7"/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Loans Table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378369-18E1-4798-8C16-6FDEE1251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052" y="1597107"/>
            <a:ext cx="9229385" cy="3663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669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23AB61-1381-4F7F-B4DB-0E8B5EFAFD4B}"/>
              </a:ext>
            </a:extLst>
          </p:cNvPr>
          <p:cNvSpPr txBox="1"/>
          <p:nvPr/>
        </p:nvSpPr>
        <p:spPr>
          <a:xfrm>
            <a:off x="4777489" y="104680"/>
            <a:ext cx="7965897" cy="13295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400" lvl="0">
              <a:lnSpc>
                <a:spcPct val="90000"/>
              </a:lnSpc>
              <a:spcBef>
                <a:spcPts val="1000"/>
              </a:spcBef>
              <a:buSzPts val="2400"/>
            </a:pPr>
            <a:r>
              <a:rPr lang="en-IN" sz="36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 Diagram</a:t>
            </a:r>
            <a:endParaRPr lang="en-IN"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090E02-2FF6-4D5A-B2D7-F930A222EE3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7552" y="769478"/>
            <a:ext cx="10859778" cy="531904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722647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23AB61-1381-4F7F-B4DB-0E8B5EFAFD4B}"/>
              </a:ext>
            </a:extLst>
          </p:cNvPr>
          <p:cNvSpPr txBox="1"/>
          <p:nvPr/>
        </p:nvSpPr>
        <p:spPr>
          <a:xfrm>
            <a:off x="3825411" y="176600"/>
            <a:ext cx="4541178" cy="132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400" lvl="0">
              <a:lnSpc>
                <a:spcPct val="90000"/>
              </a:lnSpc>
              <a:spcBef>
                <a:spcPts val="1000"/>
              </a:spcBef>
              <a:buSzPts val="2400"/>
            </a:pPr>
            <a:r>
              <a:rPr lang="en-IN" sz="36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 RELATIONSHIPS</a:t>
            </a:r>
            <a:endParaRPr lang="en-IN"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E3CF22-FE54-4CBF-8E3A-B7C8BD027154}"/>
              </a:ext>
            </a:extLst>
          </p:cNvPr>
          <p:cNvSpPr txBox="1"/>
          <p:nvPr/>
        </p:nvSpPr>
        <p:spPr>
          <a:xfrm rot="10800000">
            <a:off x="914399" y="6321803"/>
            <a:ext cx="2368811" cy="419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3A1E790-9F2D-41DA-843E-153C9F9CB11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189811" y="982176"/>
            <a:ext cx="7176778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Publisher → Book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→ 1:M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Book ↔ Author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→ M:N (via tbl_book_authors)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Library Branch → Book Copies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→ 1:M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Book → Book Copies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→ 1:M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Borrower → Book Loans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→ 1:M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Book → Book Loans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→ 1:M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Library Branch → Book Loans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→ 1:M</a:t>
            </a:r>
          </a:p>
        </p:txBody>
      </p:sp>
    </p:spTree>
    <p:extLst>
      <p:ext uri="{BB962C8B-B14F-4D97-AF65-F5344CB8AC3E}">
        <p14:creationId xmlns:p14="http://schemas.microsoft.com/office/powerpoint/2010/main" val="3498802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31CCB8-79A8-4146-8C41-724F1ADD63DC}"/>
              </a:ext>
            </a:extLst>
          </p:cNvPr>
          <p:cNvSpPr txBox="1"/>
          <p:nvPr/>
        </p:nvSpPr>
        <p:spPr>
          <a:xfrm>
            <a:off x="3111357" y="102743"/>
            <a:ext cx="59692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ANALYSIS QUESTIONS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BA77A7-6144-4102-942B-5708CA5826D5}"/>
              </a:ext>
            </a:extLst>
          </p:cNvPr>
          <p:cNvSpPr txBox="1"/>
          <p:nvPr/>
        </p:nvSpPr>
        <p:spPr>
          <a:xfrm>
            <a:off x="678094" y="1171254"/>
            <a:ext cx="11058417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How many books does each publisher provide to the library?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Which authors have written the most books available in the library?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Which branch has the maximum number of copies of a particular book?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Which branch issues the maximum number of loans?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Average loan duration for borrowers (DateOut → DueDate difference)?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endParaRPr lang="en-US" dirty="0"/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id="{35650ADF-B726-4FAF-9626-0D607A7ABF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094" y="4855865"/>
            <a:ext cx="5342562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Borrowers with no current loans?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205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1F3AF4-1D1C-4C8B-B165-43B92E92A640}"/>
              </a:ext>
            </a:extLst>
          </p:cNvPr>
          <p:cNvSpPr txBox="1"/>
          <p:nvPr/>
        </p:nvSpPr>
        <p:spPr>
          <a:xfrm>
            <a:off x="4092539" y="102741"/>
            <a:ext cx="4006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 FINDINGS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90A3E2-B5FE-4ACC-9B85-E644EE214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866" y="1031512"/>
            <a:ext cx="11085307" cy="23075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1BE12A-E766-48B6-823C-D13932400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866" y="4092200"/>
            <a:ext cx="7153254" cy="993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934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447943-45CA-4BEB-A43F-68E70BCCC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775" y="606204"/>
            <a:ext cx="10490450" cy="27328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F5E769-D3B2-4B99-996E-4699415E50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775" y="3704442"/>
            <a:ext cx="8144403" cy="2018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3467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684B87-E7B6-46CB-98CE-EDB75EB5C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151" y="585953"/>
            <a:ext cx="10008371" cy="22188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3E51C7A-F86E-4356-B021-2BC8702C0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151" y="3609742"/>
            <a:ext cx="7914748" cy="1239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0904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4AFD3B-CF2D-4D90-9F94-94283ADCD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232" y="682215"/>
            <a:ext cx="11337535" cy="23589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1D9B92-5D2F-48A5-823A-0746E38AC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232" y="3693560"/>
            <a:ext cx="7512512" cy="1279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1568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4231A7-D983-44AC-B45B-1A099904D4F9}"/>
              </a:ext>
            </a:extLst>
          </p:cNvPr>
          <p:cNvSpPr txBox="1"/>
          <p:nvPr/>
        </p:nvSpPr>
        <p:spPr>
          <a:xfrm>
            <a:off x="4765496" y="82193"/>
            <a:ext cx="26610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8CF834-8863-42EA-9078-8A8BB11413C7}"/>
              </a:ext>
            </a:extLst>
          </p:cNvPr>
          <p:cNvSpPr txBox="1"/>
          <p:nvPr/>
        </p:nvSpPr>
        <p:spPr>
          <a:xfrm>
            <a:off x="400692" y="1458930"/>
            <a:ext cx="113529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Bloomsbury</a:t>
            </a:r>
            <a:r>
              <a:rPr lang="en-US" sz="2400" dirty="0"/>
              <a:t> Has Published Maximum Number Of Books.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Tom Li </a:t>
            </a:r>
            <a:r>
              <a:rPr lang="en-US" sz="2400" dirty="0"/>
              <a:t>Has Borrowed Maximum Number Of Books(13).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Each Library Branch Holds 100 Copies Of All Books in Total.</a:t>
            </a:r>
          </a:p>
        </p:txBody>
      </p:sp>
    </p:spTree>
    <p:extLst>
      <p:ext uri="{BB962C8B-B14F-4D97-AF65-F5344CB8AC3E}">
        <p14:creationId xmlns:p14="http://schemas.microsoft.com/office/powerpoint/2010/main" val="21785099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C635AB-6FAA-45EE-A942-AB64397C5A2A}"/>
              </a:ext>
            </a:extLst>
          </p:cNvPr>
          <p:cNvSpPr txBox="1"/>
          <p:nvPr/>
        </p:nvSpPr>
        <p:spPr>
          <a:xfrm>
            <a:off x="3450404" y="200816"/>
            <a:ext cx="5291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12E388-F220-4DE4-9261-4CE1A4993FC0}"/>
              </a:ext>
            </a:extLst>
          </p:cNvPr>
          <p:cNvSpPr txBox="1"/>
          <p:nvPr/>
        </p:nvSpPr>
        <p:spPr>
          <a:xfrm>
            <a:off x="357882" y="1613118"/>
            <a:ext cx="11476233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Improve branch-level stock distribution.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Implement SMS/email reminders for overdue books.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Introduce data dashboards for real-time tracking.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Promote low-demand books via events or highlights.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Use data to plan future book purchases.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0437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3B9CFB-E040-450E-A9FE-AD4BD34DC625}"/>
              </a:ext>
            </a:extLst>
          </p:cNvPr>
          <p:cNvSpPr txBox="1"/>
          <p:nvPr/>
        </p:nvSpPr>
        <p:spPr>
          <a:xfrm>
            <a:off x="4001784" y="267128"/>
            <a:ext cx="42226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6AF6B9-DF2C-47E3-821B-06E4B1400790}"/>
              </a:ext>
            </a:extLst>
          </p:cNvPr>
          <p:cNvSpPr txBox="1"/>
          <p:nvPr/>
        </p:nvSpPr>
        <p:spPr>
          <a:xfrm>
            <a:off x="273978" y="3512926"/>
            <a:ext cx="11661168" cy="5137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C4C2CBC-2D98-40C5-8016-0BA691838E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102" y="1228397"/>
            <a:ext cx="11644044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Library Management System provides an efficient, data-driven view of library operations from books and borrowers to branches and publishers.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Book demand analysis shows the borrowing trends.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Overdue records suggest the need for better borrower communication and reminder systems.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Author and publisher data reveal that a few key contributors drive most of the readership.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Implementing recommendations like inventory optimization, borrower engagement, and data dashboards will make library management smarter and more efficient.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Overall, the system enables strategic decision-making, cost efficiency, and enhanced user satisfaction for both librarians and readers.</a:t>
            </a:r>
          </a:p>
        </p:txBody>
      </p:sp>
    </p:spTree>
    <p:extLst>
      <p:ext uri="{BB962C8B-B14F-4D97-AF65-F5344CB8AC3E}">
        <p14:creationId xmlns:p14="http://schemas.microsoft.com/office/powerpoint/2010/main" val="16385646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72E0B3-E4C1-49D8-BABA-DE84FF11B15A}"/>
              </a:ext>
            </a:extLst>
          </p:cNvPr>
          <p:cNvSpPr txBox="1"/>
          <p:nvPr/>
        </p:nvSpPr>
        <p:spPr>
          <a:xfrm>
            <a:off x="5412768" y="288617"/>
            <a:ext cx="13664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Q&amp;A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B0D1E1-7C99-471E-A6B0-9BE79FF0E5F5}"/>
              </a:ext>
            </a:extLst>
          </p:cNvPr>
          <p:cNvSpPr txBox="1"/>
          <p:nvPr/>
        </p:nvSpPr>
        <p:spPr>
          <a:xfrm>
            <a:off x="2977792" y="2907586"/>
            <a:ext cx="48699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Any Questions…???</a:t>
            </a:r>
          </a:p>
        </p:txBody>
      </p:sp>
    </p:spTree>
    <p:extLst>
      <p:ext uri="{BB962C8B-B14F-4D97-AF65-F5344CB8AC3E}">
        <p14:creationId xmlns:p14="http://schemas.microsoft.com/office/powerpoint/2010/main" val="31349201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2AA196-39F9-47F3-8ACE-FCAD5199657D}"/>
              </a:ext>
            </a:extLst>
          </p:cNvPr>
          <p:cNvSpPr txBox="1"/>
          <p:nvPr/>
        </p:nvSpPr>
        <p:spPr>
          <a:xfrm>
            <a:off x="3321977" y="113015"/>
            <a:ext cx="5548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EXPERIENCE &amp; CHALLENGES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48730F-FF03-455F-A7C1-422FDA845C7E}"/>
              </a:ext>
            </a:extLst>
          </p:cNvPr>
          <p:cNvSpPr txBox="1"/>
          <p:nvPr/>
        </p:nvSpPr>
        <p:spPr>
          <a:xfrm>
            <a:off x="294525" y="1160980"/>
            <a:ext cx="95446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 realized how important </a:t>
            </a:r>
            <a:r>
              <a:rPr lang="en-US" sz="2400" b="1" dirty="0"/>
              <a:t>database design</a:t>
            </a:r>
            <a:r>
              <a:rPr lang="en-US" sz="2400" dirty="0"/>
              <a:t> is before starting analysis.</a:t>
            </a:r>
            <a:br>
              <a:rPr lang="en-US" sz="2400" dirty="0"/>
            </a:br>
            <a:r>
              <a:rPr lang="en-US" sz="2400" dirty="0"/>
              <a:t>Writing efficient SQL queries and using the right relationships made the analysis accurate and meaningful. It helped me understand how data is structured, linked, and queried in an actual system.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CFAACEE-15C5-4705-8EF6-0EB99BF8F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525" y="3602774"/>
            <a:ext cx="1151733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ensuring one-to-many and many-to-many relations were set up properly using foreign keys.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avoiding duplicate or orphan records when creating foreign key constraints.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especially when joining multiple tables to find insights like the most borrowed books or overdue borrowers.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making sure data types matched between tables (like INT vs VARCHAR).</a:t>
            </a:r>
          </a:p>
        </p:txBody>
      </p:sp>
    </p:spTree>
    <p:extLst>
      <p:ext uri="{BB962C8B-B14F-4D97-AF65-F5344CB8AC3E}">
        <p14:creationId xmlns:p14="http://schemas.microsoft.com/office/powerpoint/2010/main" val="33854662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773</TotalTime>
  <Words>651</Words>
  <Application>Microsoft Office PowerPoint</Application>
  <PresentationFormat>Widescreen</PresentationFormat>
  <Paragraphs>99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Times New Roman</vt:lpstr>
      <vt:lpstr>Wingdings</vt:lpstr>
      <vt:lpstr>Libre Baskerville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ADMIN</cp:lastModifiedBy>
  <cp:revision>26</cp:revision>
  <dcterms:created xsi:type="dcterms:W3CDTF">2021-02-16T05:19:01Z</dcterms:created>
  <dcterms:modified xsi:type="dcterms:W3CDTF">2025-10-23T09:30:57Z</dcterms:modified>
</cp:coreProperties>
</file>